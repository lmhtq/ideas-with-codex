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1: slide-01-overview.png.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2: slide-02-timeline.png.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3: slide-03-taxonomy.png.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4: slide-04-compression.png.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5: slide-05-rag-graph.png.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6: slide-06-agent-memory-os.png.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7: slide-07-lora.png.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8: slide-08-tensor-neural.png.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9: slide-09-products-benchmarks.png.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Image-only slide 10: slide-10-architecture-outlook.png. Generated with imagegen as a complete academic infographic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1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2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3-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4-comp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5-rag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6-agent-memory-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7-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8-tensor-neu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09-products-bench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imagegen-ppt/presentations/llm-memory-image-only/assets/slide-10-architecture-outl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记忆系统演化：Imagegen 学术图版</dc:title>
  <dc:subject>Imagegen academic slide deck about LLM memory systems</dc:subject>
  <dc:creator>Codex</dc:creator>
  <cp:lastModifiedBy>Codex</cp:lastModifiedBy>
  <cp:revision>1</cp:revision>
  <dcterms:created xsi:type="dcterms:W3CDTF">2026-06-03T03:49:46Z</dcterms:created>
  <dcterms:modified xsi:type="dcterms:W3CDTF">2026-06-03T03:49:46Z</dcterms:modified>
</cp:coreProperties>
</file>